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nonymous Pro"/>
      <p:regular r:id="rId17"/>
      <p:bold r:id="rId18"/>
      <p:italic r:id="rId19"/>
      <p:boldItalic r:id="rId20"/>
    </p:embeddedFont>
    <p:embeddedFont>
      <p:font typeface="Alice"/>
      <p:regular r:id="rId21"/>
    </p:embeddedFont>
    <p:embeddedFont>
      <p:font typeface="Arapey"/>
      <p:regular r:id="rId22"/>
      <p:italic r:id="rId23"/>
    </p:embeddedFont>
    <p:embeddedFont>
      <p:font typeface="NTR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u0mswhUcZC6AKR2V98rM5aaPG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onymousPro-boldItalic.fntdata"/><Relationship Id="rId22" Type="http://schemas.openxmlformats.org/officeDocument/2006/relationships/font" Target="fonts/Arapey-regular.fntdata"/><Relationship Id="rId21" Type="http://schemas.openxmlformats.org/officeDocument/2006/relationships/font" Target="fonts/Alice-regular.fntdata"/><Relationship Id="rId24" Type="http://schemas.openxmlformats.org/officeDocument/2006/relationships/font" Target="fonts/NTR-regular.fntdata"/><Relationship Id="rId23" Type="http://schemas.openxmlformats.org/officeDocument/2006/relationships/font" Target="fonts/Arape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nonymousPro-regular.fntdata"/><Relationship Id="rId16" Type="http://schemas.openxmlformats.org/officeDocument/2006/relationships/slide" Target="slides/slide11.xml"/><Relationship Id="rId19" Type="http://schemas.openxmlformats.org/officeDocument/2006/relationships/font" Target="fonts/AnonymousPro-italic.fntdata"/><Relationship Id="rId18" Type="http://schemas.openxmlformats.org/officeDocument/2006/relationships/font" Target="fonts/Anonymous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ca87ee7d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dca87ee7d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16.png"/><Relationship Id="rId10" Type="http://schemas.openxmlformats.org/officeDocument/2006/relationships/image" Target="../media/image6.png"/><Relationship Id="rId12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2700000">
            <a:off x="8291685" y="1839528"/>
            <a:ext cx="6940602" cy="7021937"/>
            <a:chOff x="0" y="-9525"/>
            <a:chExt cx="812800" cy="82232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10588"/>
              </a:srgbClr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875" lIns="29875" spcFirstLastPara="1" rIns="29875" wrap="square" tIns="29875">
              <a:noAutofit/>
            </a:bodyPr>
            <a:lstStyle/>
            <a:p>
              <a:pPr indent="0" lvl="0" marL="0" marR="0" rtl="0" algn="ctr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-2700000">
            <a:off x="1292914" y="2202376"/>
            <a:ext cx="6258649" cy="6331993"/>
            <a:chOff x="0" y="-9525"/>
            <a:chExt cx="812800" cy="822325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8235"/>
              </a:srgbClr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950" lIns="26950" spcFirstLastPara="1" rIns="26950" wrap="square" tIns="26950">
              <a:noAutofit/>
            </a:bodyPr>
            <a:lstStyle/>
            <a:p>
              <a:pPr indent="0" lvl="0" marL="0" marR="0" rtl="0" algn="ctr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3"/>
                <a:buFont typeface="Arial"/>
                <a:buNone/>
              </a:pPr>
              <a:r>
                <a:t/>
              </a:r>
              <a:endParaRPr b="0" i="0" sz="162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-2700000">
            <a:off x="10206907" y="1061549"/>
            <a:ext cx="6264627" cy="7439244"/>
            <a:chOff x="0" y="-152400"/>
            <a:chExt cx="812800" cy="9652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9803"/>
              </a:srgbClr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152400"/>
              <a:ext cx="812800" cy="9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975" lIns="26975" spcFirstLastPara="1" rIns="26975" wrap="square" tIns="26975">
              <a:noAutofit/>
            </a:bodyPr>
            <a:lstStyle/>
            <a:p>
              <a:pPr indent="0" lvl="0" marL="0" marR="0" rtl="0" algn="ctr">
                <a:lnSpc>
                  <a:spcPct val="65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5"/>
                <a:buFont typeface="Arial"/>
                <a:buNone/>
              </a:pPr>
              <a:r>
                <a:t/>
              </a:r>
              <a:endParaRPr b="0" i="0" sz="162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-2700000">
            <a:off x="2447827" y="1776177"/>
            <a:ext cx="6940602" cy="7021937"/>
            <a:chOff x="0" y="-9525"/>
            <a:chExt cx="812800" cy="82232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B74F7">
                <a:alpha val="9803"/>
              </a:srgbClr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875" lIns="29875" spcFirstLastPara="1" rIns="29875" wrap="square" tIns="29875">
              <a:noAutofit/>
            </a:bodyPr>
            <a:lstStyle/>
            <a:p>
              <a:pPr indent="0" lvl="0" marL="0" marR="0" rtl="0" algn="ctr">
                <a:lnSpc>
                  <a:spcPct val="6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9423338" y="7155825"/>
            <a:ext cx="3370" cy="37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666100" y="1431400"/>
            <a:ext cx="87777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0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2"/>
              <a:buFont typeface="Arial"/>
              <a:buNone/>
            </a:pPr>
            <a:r>
              <a:rPr b="1" i="0" lang="en-US" sz="2202" u="none" cap="none" strike="noStrike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(</a:t>
            </a:r>
            <a:r>
              <a:rPr b="1" lang="en-US" sz="2202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AUTONOMOUS INSTITUTE </a:t>
            </a:r>
            <a:r>
              <a:rPr b="1" i="0" lang="en-US" sz="2202" u="none" cap="none" strike="noStrike">
                <a:solidFill>
                  <a:srgbClr val="050A30"/>
                </a:solidFill>
                <a:latin typeface="Arapey"/>
                <a:ea typeface="Arapey"/>
                <a:cs typeface="Arapey"/>
                <a:sym typeface="Arapey"/>
              </a:rPr>
              <a:t>AFFILIATED TO UNIVERSITY OF MUMBAI)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421012" y="500941"/>
            <a:ext cx="13445976" cy="417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83"/>
              <a:buFont typeface="Arial"/>
              <a:buNone/>
            </a:pPr>
            <a:r>
              <a:rPr b="1" i="0" lang="en-US" sz="2683" u="none" cap="none" strike="noStrike">
                <a:solidFill>
                  <a:srgbClr val="050A30"/>
                </a:solidFill>
                <a:latin typeface="Alice"/>
                <a:ea typeface="Alice"/>
                <a:cs typeface="Alice"/>
                <a:sym typeface="Alice"/>
              </a:rPr>
              <a:t>VIDYAVARDHINI’S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50153" y="8895925"/>
            <a:ext cx="34539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9"/>
              <a:buFont typeface="Arial"/>
              <a:buNone/>
            </a:pPr>
            <a:r>
              <a:rPr b="1" i="0" lang="en-US" sz="2139" u="none" cap="none" strike="noStrike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 ASSOCIATION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9"/>
              <a:buFont typeface="Arial"/>
              <a:buNone/>
            </a:pPr>
            <a:r>
              <a:rPr b="1" i="0" lang="en-US" sz="2139" u="none" cap="none" strike="noStrike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WITH </a:t>
            </a:r>
            <a:r>
              <a:rPr b="1" lang="en-US" sz="2139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STUDENT </a:t>
            </a:r>
            <a:r>
              <a:rPr b="1" lang="en-US" sz="2139">
                <a:solidFill>
                  <a:srgbClr val="050A30"/>
                </a:solidFill>
                <a:latin typeface="Anonymous Pro"/>
                <a:ea typeface="Anonymous Pro"/>
                <a:cs typeface="Anonymous Pro"/>
                <a:sym typeface="Anonymous Pro"/>
              </a:rPr>
              <a:t>CHAPTERS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406276" y="9706968"/>
            <a:ext cx="2908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Arial"/>
              <a:buNone/>
            </a:pPr>
            <a:r>
              <a:rPr b="1" i="0" lang="en-US" sz="167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www.vcet.edu.in/VNPS202</a:t>
            </a:r>
            <a:r>
              <a:rPr b="1" lang="en-US" sz="1670">
                <a:solidFill>
                  <a:srgbClr val="050A30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2532081" y="8653175"/>
            <a:ext cx="1138542" cy="1119874"/>
          </a:xfrm>
          <a:custGeom>
            <a:rect b="b" l="l" r="r" t="t"/>
            <a:pathLst>
              <a:path extrusionOk="0" h="1119874" w="1138542">
                <a:moveTo>
                  <a:pt x="0" y="0"/>
                </a:moveTo>
                <a:lnTo>
                  <a:pt x="1138542" y="0"/>
                </a:lnTo>
                <a:lnTo>
                  <a:pt x="1138542" y="1119874"/>
                </a:lnTo>
                <a:lnTo>
                  <a:pt x="0" y="1119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0" l="0" r="0" t="-83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0888086" y="8568422"/>
            <a:ext cx="1163153" cy="1147690"/>
          </a:xfrm>
          <a:custGeom>
            <a:rect b="b" l="l" r="r" t="t"/>
            <a:pathLst>
              <a:path extrusionOk="0" h="1147690" w="1163153">
                <a:moveTo>
                  <a:pt x="0" y="0"/>
                </a:moveTo>
                <a:lnTo>
                  <a:pt x="1163153" y="0"/>
                </a:lnTo>
                <a:lnTo>
                  <a:pt x="1163153" y="1147690"/>
                </a:lnTo>
                <a:lnTo>
                  <a:pt x="0" y="1147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31" l="0" r="0" t="-832"/>
            </a:stretch>
          </a:blipFill>
          <a:ln>
            <a:noFill/>
          </a:ln>
        </p:spPr>
      </p:sp>
      <p:sp>
        <p:nvSpPr>
          <p:cNvPr id="103" name="Google Shape;103;p1"/>
          <p:cNvSpPr/>
          <p:nvPr/>
        </p:nvSpPr>
        <p:spPr>
          <a:xfrm>
            <a:off x="4080748" y="8568422"/>
            <a:ext cx="1145726" cy="1123441"/>
          </a:xfrm>
          <a:custGeom>
            <a:rect b="b" l="l" r="r" t="t"/>
            <a:pathLst>
              <a:path extrusionOk="0" h="1123441" w="1145726">
                <a:moveTo>
                  <a:pt x="0" y="0"/>
                </a:moveTo>
                <a:lnTo>
                  <a:pt x="1145726" y="0"/>
                </a:lnTo>
                <a:lnTo>
                  <a:pt x="1145726" y="1123441"/>
                </a:lnTo>
                <a:lnTo>
                  <a:pt x="0" y="1123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31" l="0" r="0" t="-832"/>
            </a:stretch>
          </a:blipFill>
          <a:ln>
            <a:noFill/>
          </a:ln>
        </p:spPr>
      </p:sp>
      <p:sp>
        <p:nvSpPr>
          <p:cNvPr id="104" name="Google Shape;104;p1"/>
          <p:cNvSpPr/>
          <p:nvPr/>
        </p:nvSpPr>
        <p:spPr>
          <a:xfrm>
            <a:off x="5624887" y="8653175"/>
            <a:ext cx="2289993" cy="827499"/>
          </a:xfrm>
          <a:custGeom>
            <a:rect b="b" l="l" r="r" t="t"/>
            <a:pathLst>
              <a:path extrusionOk="0" h="827499" w="2289993">
                <a:moveTo>
                  <a:pt x="0" y="0"/>
                </a:moveTo>
                <a:lnTo>
                  <a:pt x="2289994" y="0"/>
                </a:lnTo>
                <a:lnTo>
                  <a:pt x="2289994" y="827499"/>
                </a:lnTo>
                <a:lnTo>
                  <a:pt x="0" y="8274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689" r="-5210" t="0"/>
            </a:stretch>
          </a:blipFill>
          <a:ln>
            <a:noFill/>
          </a:ln>
        </p:spPr>
      </p:sp>
      <p:sp>
        <p:nvSpPr>
          <p:cNvPr id="105" name="Google Shape;105;p1"/>
          <p:cNvSpPr/>
          <p:nvPr/>
        </p:nvSpPr>
        <p:spPr>
          <a:xfrm>
            <a:off x="8362885" y="8653175"/>
            <a:ext cx="2103914" cy="1185715"/>
          </a:xfrm>
          <a:custGeom>
            <a:rect b="b" l="l" r="r" t="t"/>
            <a:pathLst>
              <a:path extrusionOk="0" h="1185715" w="2103914">
                <a:moveTo>
                  <a:pt x="0" y="0"/>
                </a:moveTo>
                <a:lnTo>
                  <a:pt x="2103914" y="0"/>
                </a:lnTo>
                <a:lnTo>
                  <a:pt x="2103914" y="1185715"/>
                </a:lnTo>
                <a:lnTo>
                  <a:pt x="0" y="11857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81267" l="-156109" r="-157217" t="-142067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>
            <a:off x="16014069" y="8498177"/>
            <a:ext cx="1146632" cy="1127831"/>
          </a:xfrm>
          <a:custGeom>
            <a:rect b="b" l="l" r="r" t="t"/>
            <a:pathLst>
              <a:path extrusionOk="0" h="1127831" w="1146632">
                <a:moveTo>
                  <a:pt x="0" y="0"/>
                </a:moveTo>
                <a:lnTo>
                  <a:pt x="1146632" y="0"/>
                </a:lnTo>
                <a:lnTo>
                  <a:pt x="1146632" y="1127831"/>
                </a:lnTo>
                <a:lnTo>
                  <a:pt x="0" y="1127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831" l="0" r="0" t="-832"/>
            </a:stretch>
          </a:blipFill>
          <a:ln>
            <a:noFill/>
          </a:ln>
        </p:spPr>
      </p:sp>
      <p:sp>
        <p:nvSpPr>
          <p:cNvPr id="107" name="Google Shape;107;p1"/>
          <p:cNvSpPr txBox="1"/>
          <p:nvPr/>
        </p:nvSpPr>
        <p:spPr>
          <a:xfrm>
            <a:off x="14332753" y="9902719"/>
            <a:ext cx="11921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0878818" y="9863202"/>
            <a:ext cx="125193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2532081" y="9892865"/>
            <a:ext cx="126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6410791" y="9863202"/>
            <a:ext cx="126499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4071452" y="9892865"/>
            <a:ext cx="127441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6032854" y="9863202"/>
            <a:ext cx="122644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893397" y="9863202"/>
            <a:ext cx="126351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VCET - 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8039899" y="2470719"/>
            <a:ext cx="2208203" cy="2417112"/>
          </a:xfrm>
          <a:custGeom>
            <a:rect b="b" l="l" r="r" t="t"/>
            <a:pathLst>
              <a:path extrusionOk="0" h="2417112" w="2208203">
                <a:moveTo>
                  <a:pt x="0" y="0"/>
                </a:moveTo>
                <a:lnTo>
                  <a:pt x="2208202" y="0"/>
                </a:lnTo>
                <a:lnTo>
                  <a:pt x="2208202" y="2417112"/>
                </a:lnTo>
                <a:lnTo>
                  <a:pt x="0" y="2417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831" l="0" r="0" t="-832"/>
            </a:stretch>
          </a:blipFill>
          <a:ln>
            <a:noFill/>
          </a:ln>
        </p:spPr>
      </p:sp>
      <p:sp>
        <p:nvSpPr>
          <p:cNvPr id="115" name="Google Shape;115;p1"/>
          <p:cNvSpPr txBox="1"/>
          <p:nvPr/>
        </p:nvSpPr>
        <p:spPr>
          <a:xfrm>
            <a:off x="3750369" y="5133975"/>
            <a:ext cx="110904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30"/>
              <a:buFont typeface="Arial"/>
              <a:buNone/>
            </a:pPr>
            <a:r>
              <a:rPr b="0" i="0" lang="en-US" sz="9430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OS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C</a:t>
            </a:r>
            <a:r>
              <a:rPr b="0" i="0" lang="en-US" sz="9430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ILLATION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S</a:t>
            </a:r>
            <a:r>
              <a:rPr b="0" i="0" lang="en-US" sz="9430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’2</a:t>
            </a:r>
            <a:r>
              <a:rPr lang="en-US" sz="9430">
                <a:latin typeface="NTR"/>
                <a:ea typeface="NTR"/>
                <a:cs typeface="NTR"/>
                <a:sym typeface="NTR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006232" y="206854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"/>
          <p:cNvSpPr txBox="1"/>
          <p:nvPr/>
        </p:nvSpPr>
        <p:spPr>
          <a:xfrm>
            <a:off x="3075510" y="994736"/>
            <a:ext cx="115962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1" i="0" lang="en-US" sz="2399" u="none" cap="none" strike="noStrik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(NBA &amp; NAAC </a:t>
            </a:r>
            <a:r>
              <a:rPr b="1" i="0" lang="en-US" sz="2399" u="none" cap="none" strike="noStrik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Accredited</a:t>
            </a:r>
            <a:r>
              <a:rPr b="1" i="0" lang="en-US" sz="2399" u="none" cap="none" strike="noStrik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15524864" y="306959"/>
            <a:ext cx="2432363" cy="1349047"/>
          </a:xfrm>
          <a:custGeom>
            <a:rect b="b" l="l" r="r" t="t"/>
            <a:pathLst>
              <a:path extrusionOk="0" h="1349047" w="2432363">
                <a:moveTo>
                  <a:pt x="0" y="0"/>
                </a:moveTo>
                <a:lnTo>
                  <a:pt x="2432363" y="0"/>
                </a:lnTo>
                <a:lnTo>
                  <a:pt x="2432363" y="1349047"/>
                </a:lnTo>
                <a:lnTo>
                  <a:pt x="0" y="1349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pic>
        <p:nvPicPr>
          <p:cNvPr id="119" name="Google Shape;119;p1" title="image-removebg-preview (7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016069" y="8780009"/>
            <a:ext cx="1652563" cy="7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2"/>
          <p:cNvGrpSpPr/>
          <p:nvPr/>
        </p:nvGrpSpPr>
        <p:grpSpPr>
          <a:xfrm>
            <a:off x="1028700" y="739376"/>
            <a:ext cx="16230707" cy="8518979"/>
            <a:chOff x="0" y="-76200"/>
            <a:chExt cx="4274726" cy="224366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9" name="Google Shape;129;p2"/>
          <p:cNvGrpSpPr/>
          <p:nvPr/>
        </p:nvGrpSpPr>
        <p:grpSpPr>
          <a:xfrm>
            <a:off x="4832659" y="4543737"/>
            <a:ext cx="7944109" cy="1539784"/>
            <a:chOff x="0" y="-76200"/>
            <a:chExt cx="2092276" cy="40554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2092276" cy="329340"/>
            </a:xfrm>
            <a:custGeom>
              <a:rect b="b" l="l" r="r" t="t"/>
              <a:pathLst>
                <a:path extrusionOk="0" h="329340" w="2092276">
                  <a:moveTo>
                    <a:pt x="0" y="0"/>
                  </a:moveTo>
                  <a:lnTo>
                    <a:pt x="2092276" y="0"/>
                  </a:lnTo>
                  <a:lnTo>
                    <a:pt x="2092276" y="329340"/>
                  </a:lnTo>
                  <a:lnTo>
                    <a:pt x="0" y="329340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2092276" cy="405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"/>
          <p:cNvSpPr txBox="1"/>
          <p:nvPr/>
        </p:nvSpPr>
        <p:spPr>
          <a:xfrm>
            <a:off x="689414" y="1334356"/>
            <a:ext cx="1623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(Auto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nomous Institute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Affiliated to University of Mumbai)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89414" y="154282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sp>
        <p:nvSpPr>
          <p:cNvPr id="135" name="Google Shape;135;p2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2631082" y="523875"/>
            <a:ext cx="1302583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VIDYAVARDHINI’S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3006604" y="928503"/>
            <a:ext cx="1159621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1" i="0" lang="en-US" sz="2399" u="none" cap="none" strike="noStrike">
                <a:solidFill>
                  <a:srgbClr val="050A30"/>
                </a:solidFill>
                <a:latin typeface="Times"/>
                <a:ea typeface="Times"/>
                <a:cs typeface="Times"/>
                <a:sym typeface="Times"/>
              </a:rPr>
              <a:t>(NBA &amp; NAAC Accredited)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2827190" y="7207664"/>
            <a:ext cx="2315071" cy="49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5280364" y="5252012"/>
            <a:ext cx="1370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9"/>
              <a:buFont typeface="Arial"/>
              <a:buNone/>
            </a:pPr>
            <a:r>
              <a:rPr b="0" i="0" lang="en-US" sz="3499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3504755" y="6397847"/>
            <a:ext cx="1637506" cy="49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No.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0384586" y="6397847"/>
            <a:ext cx="1571824" cy="495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7800" y="2043866"/>
            <a:ext cx="7864770" cy="21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" name="Google Shape;149;p3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150" name="Google Shape;150;p3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3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3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3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3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6" name="Google Shape;156;p3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58" name="Google Shape;158;p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3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1" name="Google Shape;161;p3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3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3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3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sp>
        <p:nvSpPr>
          <p:cNvPr id="167" name="Google Shape;167;p3"/>
          <p:cNvSpPr/>
          <p:nvPr/>
        </p:nvSpPr>
        <p:spPr>
          <a:xfrm>
            <a:off x="189876" y="296181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4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4" name="Google Shape;174;p4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175" name="Google Shape;175;p4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4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4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4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1" name="Google Shape;181;p4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182" name="Google Shape;182;p4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183" name="Google Shape;183;p4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4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6" name="Google Shape;186;p4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4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4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4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89876" y="306959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4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a87ee7d9_2_0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dca87ee7d9_2_0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g3dca87ee7d9_2_0"/>
          <p:cNvGrpSpPr/>
          <p:nvPr/>
        </p:nvGrpSpPr>
        <p:grpSpPr>
          <a:xfrm>
            <a:off x="1028700" y="739376"/>
            <a:ext cx="16230707" cy="8519105"/>
            <a:chOff x="0" y="-76200"/>
            <a:chExt cx="4274726" cy="2243700"/>
          </a:xfrm>
        </p:grpSpPr>
        <p:sp>
          <p:nvSpPr>
            <p:cNvPr id="200" name="Google Shape;200;g3dca87ee7d9_2_0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dca87ee7d9_2_0"/>
            <p:cNvSpPr txBox="1"/>
            <p:nvPr/>
          </p:nvSpPr>
          <p:spPr>
            <a:xfrm>
              <a:off x="0" y="-76200"/>
              <a:ext cx="4274700" cy="22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g3dca87ee7d9_2_0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dca87ee7d9_2_0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3dca87ee7d9_2_0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dca87ee7d9_2_0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g3dca87ee7d9_2_0"/>
          <p:cNvGrpSpPr/>
          <p:nvPr/>
        </p:nvGrpSpPr>
        <p:grpSpPr>
          <a:xfrm>
            <a:off x="6341594" y="1300760"/>
            <a:ext cx="5481971" cy="1189971"/>
            <a:chOff x="0" y="-76200"/>
            <a:chExt cx="1785600" cy="387600"/>
          </a:xfrm>
        </p:grpSpPr>
        <p:sp>
          <p:nvSpPr>
            <p:cNvPr id="207" name="Google Shape;207;g3dca87ee7d9_2_0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08" name="Google Shape;208;g3dca87ee7d9_2_0"/>
            <p:cNvSpPr txBox="1"/>
            <p:nvPr/>
          </p:nvSpPr>
          <p:spPr>
            <a:xfrm>
              <a:off x="0" y="-76200"/>
              <a:ext cx="17856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g3dca87ee7d9_2_0"/>
          <p:cNvGrpSpPr/>
          <p:nvPr/>
        </p:nvGrpSpPr>
        <p:grpSpPr>
          <a:xfrm>
            <a:off x="6464822" y="1457783"/>
            <a:ext cx="5481971" cy="1189971"/>
            <a:chOff x="0" y="-76200"/>
            <a:chExt cx="1785600" cy="387600"/>
          </a:xfrm>
        </p:grpSpPr>
        <p:sp>
          <p:nvSpPr>
            <p:cNvPr id="210" name="Google Shape;210;g3dca87ee7d9_2_0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1" name="Google Shape;211;g3dca87ee7d9_2_0"/>
            <p:cNvSpPr txBox="1"/>
            <p:nvPr/>
          </p:nvSpPr>
          <p:spPr>
            <a:xfrm>
              <a:off x="0" y="-76200"/>
              <a:ext cx="17856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g3dca87ee7d9_2_0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3dca87ee7d9_2_0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3dca87ee7d9_2_0"/>
          <p:cNvSpPr txBox="1"/>
          <p:nvPr/>
        </p:nvSpPr>
        <p:spPr>
          <a:xfrm>
            <a:off x="6587963" y="1803900"/>
            <a:ext cx="52356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lang="en-US" sz="3834"/>
              <a:t>LITERATURE</a:t>
            </a:r>
            <a:r>
              <a:rPr lang="en-US" sz="3834"/>
              <a:t>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dca87ee7d9_2_0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ca87ee7d9_2_0"/>
          <p:cNvSpPr/>
          <p:nvPr/>
        </p:nvSpPr>
        <p:spPr>
          <a:xfrm>
            <a:off x="189876" y="306959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dca87ee7d9_2_0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b="-480" l="0" r="0" t="-48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5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4" name="Google Shape;224;p5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225" name="Google Shape;225;p5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5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5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5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5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1" name="Google Shape;231;p5"/>
          <p:cNvGrpSpPr/>
          <p:nvPr/>
        </p:nvGrpSpPr>
        <p:grpSpPr>
          <a:xfrm>
            <a:off x="6341594" y="1300760"/>
            <a:ext cx="5481633" cy="1189513"/>
            <a:chOff x="0" y="-76200"/>
            <a:chExt cx="1785490" cy="387451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33" name="Google Shape;233;p5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6464822" y="1457783"/>
            <a:ext cx="5481633" cy="1189513"/>
            <a:chOff x="0" y="-76200"/>
            <a:chExt cx="1785490" cy="387451"/>
          </a:xfrm>
        </p:grpSpPr>
        <p:sp>
          <p:nvSpPr>
            <p:cNvPr id="235" name="Google Shape;235;p5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6" name="Google Shape;236;p5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5"/>
          <p:cNvSpPr txBox="1"/>
          <p:nvPr/>
        </p:nvSpPr>
        <p:spPr>
          <a:xfrm>
            <a:off x="7052555" y="1803903"/>
            <a:ext cx="41829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</a:t>
            </a:r>
            <a:r>
              <a:rPr lang="en-US" sz="3834"/>
              <a:t>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5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5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sp>
        <p:nvSpPr>
          <p:cNvPr id="242" name="Google Shape;242;p5"/>
          <p:cNvSpPr/>
          <p:nvPr/>
        </p:nvSpPr>
        <p:spPr>
          <a:xfrm>
            <a:off x="189876" y="296181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6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6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250" name="Google Shape;250;p6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6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6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6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6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6" name="Google Shape;256;p6"/>
          <p:cNvGrpSpPr/>
          <p:nvPr/>
        </p:nvGrpSpPr>
        <p:grpSpPr>
          <a:xfrm>
            <a:off x="4743893" y="1300761"/>
            <a:ext cx="8121642" cy="1394974"/>
            <a:chOff x="0" y="-76200"/>
            <a:chExt cx="2645423" cy="454378"/>
          </a:xfrm>
        </p:grpSpPr>
        <p:sp>
          <p:nvSpPr>
            <p:cNvPr id="257" name="Google Shape;257;p6"/>
            <p:cNvSpPr/>
            <p:nvPr/>
          </p:nvSpPr>
          <p:spPr>
            <a:xfrm>
              <a:off x="0" y="0"/>
              <a:ext cx="2645423" cy="378178"/>
            </a:xfrm>
            <a:custGeom>
              <a:rect b="b" l="l" r="r" t="t"/>
              <a:pathLst>
                <a:path extrusionOk="0" h="378178" w="2645423">
                  <a:moveTo>
                    <a:pt x="0" y="0"/>
                  </a:moveTo>
                  <a:lnTo>
                    <a:pt x="2645423" y="0"/>
                  </a:lnTo>
                  <a:lnTo>
                    <a:pt x="2645423" y="378178"/>
                  </a:lnTo>
                  <a:lnTo>
                    <a:pt x="0" y="378178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58" name="Google Shape;258;p6"/>
            <p:cNvSpPr txBox="1"/>
            <p:nvPr/>
          </p:nvSpPr>
          <p:spPr>
            <a:xfrm>
              <a:off x="0" y="-76200"/>
              <a:ext cx="2645423" cy="4543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6"/>
          <p:cNvGrpSpPr/>
          <p:nvPr/>
        </p:nvGrpSpPr>
        <p:grpSpPr>
          <a:xfrm>
            <a:off x="4888730" y="1429849"/>
            <a:ext cx="8169413" cy="1522417"/>
            <a:chOff x="0" y="-76200"/>
            <a:chExt cx="2660984" cy="495889"/>
          </a:xfrm>
        </p:grpSpPr>
        <p:sp>
          <p:nvSpPr>
            <p:cNvPr id="260" name="Google Shape;260;p6"/>
            <p:cNvSpPr/>
            <p:nvPr/>
          </p:nvSpPr>
          <p:spPr>
            <a:xfrm>
              <a:off x="0" y="0"/>
              <a:ext cx="2660984" cy="419689"/>
            </a:xfrm>
            <a:custGeom>
              <a:rect b="b" l="l" r="r" t="t"/>
              <a:pathLst>
                <a:path extrusionOk="0" h="419689" w="2660984">
                  <a:moveTo>
                    <a:pt x="0" y="0"/>
                  </a:moveTo>
                  <a:lnTo>
                    <a:pt x="2660984" y="0"/>
                  </a:lnTo>
                  <a:lnTo>
                    <a:pt x="2660984" y="419689"/>
                  </a:lnTo>
                  <a:lnTo>
                    <a:pt x="0" y="4196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1" name="Google Shape;261;p6"/>
            <p:cNvSpPr txBox="1"/>
            <p:nvPr/>
          </p:nvSpPr>
          <p:spPr>
            <a:xfrm>
              <a:off x="0" y="-76200"/>
              <a:ext cx="2660984" cy="495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6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6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6"/>
          <p:cNvSpPr txBox="1"/>
          <p:nvPr/>
        </p:nvSpPr>
        <p:spPr>
          <a:xfrm>
            <a:off x="4551285" y="1937187"/>
            <a:ext cx="8506858" cy="655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9"/>
              <a:buFont typeface="Arial"/>
              <a:buNone/>
            </a:pPr>
            <a:r>
              <a:rPr b="0" i="0" lang="en-US" sz="3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approach / System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sp>
        <p:nvSpPr>
          <p:cNvPr id="267" name="Google Shape;267;p6"/>
          <p:cNvSpPr/>
          <p:nvPr/>
        </p:nvSpPr>
        <p:spPr>
          <a:xfrm>
            <a:off x="189876" y="296181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7"/>
          <p:cNvGrpSpPr/>
          <p:nvPr/>
        </p:nvGrpSpPr>
        <p:grpSpPr>
          <a:xfrm>
            <a:off x="1028700" y="804621"/>
            <a:ext cx="16230707" cy="8518979"/>
            <a:chOff x="0" y="-76200"/>
            <a:chExt cx="4274726" cy="2243667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7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7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7" name="Google Shape;277;p7"/>
          <p:cNvGrpSpPr/>
          <p:nvPr/>
        </p:nvGrpSpPr>
        <p:grpSpPr>
          <a:xfrm>
            <a:off x="4867729" y="1239190"/>
            <a:ext cx="7412552" cy="1244244"/>
            <a:chOff x="0" y="-76200"/>
            <a:chExt cx="2414455" cy="405282"/>
          </a:xfrm>
        </p:grpSpPr>
        <p:sp>
          <p:nvSpPr>
            <p:cNvPr id="278" name="Google Shape;278;p7"/>
            <p:cNvSpPr/>
            <p:nvPr/>
          </p:nvSpPr>
          <p:spPr>
            <a:xfrm>
              <a:off x="0" y="0"/>
              <a:ext cx="2414455" cy="329082"/>
            </a:xfrm>
            <a:custGeom>
              <a:rect b="b" l="l" r="r" t="t"/>
              <a:pathLst>
                <a:path extrusionOk="0" h="329082" w="2414455">
                  <a:moveTo>
                    <a:pt x="0" y="0"/>
                  </a:moveTo>
                  <a:lnTo>
                    <a:pt x="2414455" y="0"/>
                  </a:lnTo>
                  <a:lnTo>
                    <a:pt x="2414455" y="329082"/>
                  </a:lnTo>
                  <a:lnTo>
                    <a:pt x="0" y="329082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279" name="Google Shape;279;p7"/>
            <p:cNvSpPr txBox="1"/>
            <p:nvPr/>
          </p:nvSpPr>
          <p:spPr>
            <a:xfrm>
              <a:off x="0" y="-76200"/>
              <a:ext cx="2414455" cy="405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7"/>
          <p:cNvGrpSpPr/>
          <p:nvPr/>
        </p:nvGrpSpPr>
        <p:grpSpPr>
          <a:xfrm>
            <a:off x="5055073" y="1483534"/>
            <a:ext cx="7392563" cy="1138056"/>
            <a:chOff x="0" y="-76200"/>
            <a:chExt cx="2407944" cy="370693"/>
          </a:xfrm>
        </p:grpSpPr>
        <p:sp>
          <p:nvSpPr>
            <p:cNvPr id="281" name="Google Shape;281;p7"/>
            <p:cNvSpPr/>
            <p:nvPr/>
          </p:nvSpPr>
          <p:spPr>
            <a:xfrm>
              <a:off x="0" y="0"/>
              <a:ext cx="2407944" cy="294493"/>
            </a:xfrm>
            <a:custGeom>
              <a:rect b="b" l="l" r="r" t="t"/>
              <a:pathLst>
                <a:path extrusionOk="0" h="294493" w="2407944">
                  <a:moveTo>
                    <a:pt x="0" y="0"/>
                  </a:moveTo>
                  <a:lnTo>
                    <a:pt x="2407944" y="0"/>
                  </a:lnTo>
                  <a:lnTo>
                    <a:pt x="2407944" y="294493"/>
                  </a:lnTo>
                  <a:lnTo>
                    <a:pt x="0" y="2944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2" name="Google Shape;282;p7"/>
            <p:cNvSpPr txBox="1"/>
            <p:nvPr/>
          </p:nvSpPr>
          <p:spPr>
            <a:xfrm>
              <a:off x="0" y="-76200"/>
              <a:ext cx="2407944" cy="3706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7"/>
          <p:cNvSpPr txBox="1"/>
          <p:nvPr/>
        </p:nvSpPr>
        <p:spPr>
          <a:xfrm>
            <a:off x="5280364" y="1803903"/>
            <a:ext cx="7167273" cy="655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IMPLEMENTATION/METHODOLOGY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72166" y="334589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7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8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3" name="Google Shape;293;p8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8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8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8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8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8"/>
          <p:cNvGrpSpPr/>
          <p:nvPr/>
        </p:nvGrpSpPr>
        <p:grpSpPr>
          <a:xfrm>
            <a:off x="6341594" y="1253135"/>
            <a:ext cx="5540306" cy="1156510"/>
            <a:chOff x="0" y="-76200"/>
            <a:chExt cx="1804601" cy="376701"/>
          </a:xfrm>
        </p:grpSpPr>
        <p:sp>
          <p:nvSpPr>
            <p:cNvPr id="301" name="Google Shape;301;p8"/>
            <p:cNvSpPr/>
            <p:nvPr/>
          </p:nvSpPr>
          <p:spPr>
            <a:xfrm>
              <a:off x="0" y="0"/>
              <a:ext cx="1804601" cy="300501"/>
            </a:xfrm>
            <a:custGeom>
              <a:rect b="b" l="l" r="r" t="t"/>
              <a:pathLst>
                <a:path extrusionOk="0" h="300501" w="1804601">
                  <a:moveTo>
                    <a:pt x="0" y="0"/>
                  </a:moveTo>
                  <a:lnTo>
                    <a:pt x="1804601" y="0"/>
                  </a:lnTo>
                  <a:lnTo>
                    <a:pt x="1804601" y="300501"/>
                  </a:lnTo>
                  <a:lnTo>
                    <a:pt x="0" y="30050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02" name="Google Shape;302;p8"/>
            <p:cNvSpPr txBox="1"/>
            <p:nvPr/>
          </p:nvSpPr>
          <p:spPr>
            <a:xfrm>
              <a:off x="0" y="-76200"/>
              <a:ext cx="1804600" cy="37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8"/>
          <p:cNvGrpSpPr/>
          <p:nvPr/>
        </p:nvGrpSpPr>
        <p:grpSpPr>
          <a:xfrm>
            <a:off x="6508661" y="1438732"/>
            <a:ext cx="5580232" cy="1090911"/>
            <a:chOff x="0" y="-76200"/>
            <a:chExt cx="1817606" cy="355334"/>
          </a:xfrm>
        </p:grpSpPr>
        <p:sp>
          <p:nvSpPr>
            <p:cNvPr id="304" name="Google Shape;304;p8"/>
            <p:cNvSpPr/>
            <p:nvPr/>
          </p:nvSpPr>
          <p:spPr>
            <a:xfrm>
              <a:off x="0" y="0"/>
              <a:ext cx="1817606" cy="279134"/>
            </a:xfrm>
            <a:custGeom>
              <a:rect b="b" l="l" r="r" t="t"/>
              <a:pathLst>
                <a:path extrusionOk="0" h="279134" w="1817606">
                  <a:moveTo>
                    <a:pt x="0" y="0"/>
                  </a:moveTo>
                  <a:lnTo>
                    <a:pt x="1817606" y="0"/>
                  </a:lnTo>
                  <a:lnTo>
                    <a:pt x="1817606" y="279134"/>
                  </a:lnTo>
                  <a:lnTo>
                    <a:pt x="0" y="279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5" name="Google Shape;305;p8"/>
            <p:cNvSpPr txBox="1"/>
            <p:nvPr/>
          </p:nvSpPr>
          <p:spPr>
            <a:xfrm>
              <a:off x="0" y="-76200"/>
              <a:ext cx="1817606" cy="3553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8"/>
          <p:cNvSpPr txBox="1"/>
          <p:nvPr/>
        </p:nvSpPr>
        <p:spPr>
          <a:xfrm>
            <a:off x="6874398" y="1754577"/>
            <a:ext cx="4770623" cy="655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AND 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8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8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  <p:sp>
        <p:nvSpPr>
          <p:cNvPr id="311" name="Google Shape;311;p8"/>
          <p:cNvSpPr/>
          <p:nvPr/>
        </p:nvSpPr>
        <p:spPr>
          <a:xfrm>
            <a:off x="189876" y="296181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9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p9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319" name="Google Shape;319;p9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9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9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9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9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5" name="Google Shape;325;p9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326" name="Google Shape;326;p9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27" name="Google Shape;327;p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9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329" name="Google Shape;329;p9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0" name="Google Shape;330;p9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9"/>
          <p:cNvSpPr txBox="1"/>
          <p:nvPr/>
        </p:nvSpPr>
        <p:spPr>
          <a:xfrm>
            <a:off x="7052555" y="1803903"/>
            <a:ext cx="4182889" cy="655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9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9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</a:t>
            </a:r>
            <a:r>
              <a:rPr lang="en-US" sz="3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189876" y="296181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9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F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/>
          <p:cNvSpPr/>
          <p:nvPr/>
        </p:nvSpPr>
        <p:spPr>
          <a:xfrm rot="-5400000">
            <a:off x="10693624" y="-3524350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10"/>
          <p:cNvSpPr/>
          <p:nvPr/>
        </p:nvSpPr>
        <p:spPr>
          <a:xfrm rot="-5400000">
            <a:off x="2915845" y="6786337"/>
            <a:ext cx="4729037" cy="7048700"/>
          </a:xfrm>
          <a:custGeom>
            <a:rect b="b" l="l" r="r" t="t"/>
            <a:pathLst>
              <a:path extrusionOk="0"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3" name="Google Shape;343;p10"/>
          <p:cNvGrpSpPr/>
          <p:nvPr/>
        </p:nvGrpSpPr>
        <p:grpSpPr>
          <a:xfrm>
            <a:off x="1028700" y="739378"/>
            <a:ext cx="16230600" cy="8518922"/>
            <a:chOff x="0" y="-76200"/>
            <a:chExt cx="4274726" cy="2243667"/>
          </a:xfrm>
        </p:grpSpPr>
        <p:sp>
          <p:nvSpPr>
            <p:cNvPr id="344" name="Google Shape;344;p10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"/>
            <p:cNvSpPr txBox="1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10"/>
          <p:cNvSpPr/>
          <p:nvPr/>
        </p:nvSpPr>
        <p:spPr>
          <a:xfrm>
            <a:off x="1756013" y="1534701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0"/>
          <p:cNvSpPr/>
          <p:nvPr/>
        </p:nvSpPr>
        <p:spPr>
          <a:xfrm>
            <a:off x="14083144" y="8450319"/>
            <a:ext cx="2448843" cy="405172"/>
          </a:xfrm>
          <a:custGeom>
            <a:rect b="b" l="l" r="r" t="t"/>
            <a:pathLst>
              <a:path extrusionOk="0"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10"/>
          <p:cNvSpPr/>
          <p:nvPr/>
        </p:nvSpPr>
        <p:spPr>
          <a:xfrm rot="-5400000">
            <a:off x="16076374" y="-2482323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10"/>
          <p:cNvSpPr/>
          <p:nvPr/>
        </p:nvSpPr>
        <p:spPr>
          <a:xfrm rot="-5400000">
            <a:off x="-2250585" y="619570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0" name="Google Shape;350;p10"/>
          <p:cNvGrpSpPr/>
          <p:nvPr/>
        </p:nvGrpSpPr>
        <p:grpSpPr>
          <a:xfrm>
            <a:off x="6341594" y="1300762"/>
            <a:ext cx="5481584" cy="1189501"/>
            <a:chOff x="0" y="-76200"/>
            <a:chExt cx="1785490" cy="387451"/>
          </a:xfrm>
        </p:grpSpPr>
        <p:sp>
          <p:nvSpPr>
            <p:cNvPr id="351" name="Google Shape;351;p10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AD6FF"/>
            </a:solidFill>
            <a:ln>
              <a:noFill/>
            </a:ln>
          </p:spPr>
        </p:sp>
        <p:sp>
          <p:nvSpPr>
            <p:cNvPr id="352" name="Google Shape;352;p10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0"/>
          <p:cNvGrpSpPr/>
          <p:nvPr/>
        </p:nvGrpSpPr>
        <p:grpSpPr>
          <a:xfrm>
            <a:off x="6464822" y="1457785"/>
            <a:ext cx="5481584" cy="1189501"/>
            <a:chOff x="0" y="-76200"/>
            <a:chExt cx="1785490" cy="387451"/>
          </a:xfrm>
        </p:grpSpPr>
        <p:sp>
          <p:nvSpPr>
            <p:cNvPr id="354" name="Google Shape;354;p10"/>
            <p:cNvSpPr/>
            <p:nvPr/>
          </p:nvSpPr>
          <p:spPr>
            <a:xfrm>
              <a:off x="0" y="0"/>
              <a:ext cx="1785490" cy="311251"/>
            </a:xfrm>
            <a:custGeom>
              <a:rect b="b" l="l" r="r" t="t"/>
              <a:pathLst>
                <a:path extrusionOk="0"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CB74F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5" name="Google Shape;355;p10"/>
            <p:cNvSpPr txBox="1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10"/>
          <p:cNvSpPr txBox="1"/>
          <p:nvPr/>
        </p:nvSpPr>
        <p:spPr>
          <a:xfrm>
            <a:off x="7052555" y="1803903"/>
            <a:ext cx="4182889" cy="655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34"/>
              <a:buFont typeface="Arial"/>
              <a:buNone/>
            </a:pPr>
            <a:r>
              <a:rPr b="0" i="0" lang="en-US" sz="383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 rot="-5400000">
            <a:off x="17620984" y="1556567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10"/>
          <p:cNvSpPr/>
          <p:nvPr/>
        </p:nvSpPr>
        <p:spPr>
          <a:xfrm flipH="1" rot="-5400000">
            <a:off x="-3752074" y="2286941"/>
            <a:ext cx="4423252" cy="6592923"/>
          </a:xfrm>
          <a:custGeom>
            <a:rect b="b" l="l" r="r" t="t"/>
            <a:pathLst>
              <a:path extrusionOk="0"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0"/>
          <p:cNvSpPr txBox="1"/>
          <p:nvPr/>
        </p:nvSpPr>
        <p:spPr>
          <a:xfrm>
            <a:off x="14083144" y="9372600"/>
            <a:ext cx="40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Oscillations'26| VCET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89876" y="306959"/>
            <a:ext cx="1713069" cy="1643692"/>
          </a:xfrm>
          <a:custGeom>
            <a:rect b="b" l="l" r="r" t="t"/>
            <a:pathLst>
              <a:path extrusionOk="0" h="1643692" w="1713069">
                <a:moveTo>
                  <a:pt x="0" y="0"/>
                </a:moveTo>
                <a:lnTo>
                  <a:pt x="1713068" y="0"/>
                </a:lnTo>
                <a:lnTo>
                  <a:pt x="1713068" y="1643692"/>
                </a:lnTo>
                <a:lnTo>
                  <a:pt x="0" y="1643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0"/>
          <p:cNvSpPr/>
          <p:nvPr/>
        </p:nvSpPr>
        <p:spPr>
          <a:xfrm>
            <a:off x="15678323" y="306959"/>
            <a:ext cx="2278904" cy="1263935"/>
          </a:xfrm>
          <a:custGeom>
            <a:rect b="b" l="l" r="r" t="t"/>
            <a:pathLst>
              <a:path extrusionOk="0" h="1263935" w="2278904">
                <a:moveTo>
                  <a:pt x="0" y="0"/>
                </a:moveTo>
                <a:lnTo>
                  <a:pt x="2278904" y="0"/>
                </a:lnTo>
                <a:lnTo>
                  <a:pt x="2278904" y="1263935"/>
                </a:lnTo>
                <a:lnTo>
                  <a:pt x="0" y="126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5000"/>
            </a:blip>
            <a:stretch>
              <a:fillRect b="-482" l="0" r="0" t="-483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